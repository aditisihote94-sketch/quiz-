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-1666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Law Quiz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endParaRPr/>
          </a:p>
          <a:p>
            <a:pPr>
              <a:defRPr sz="2200">
                <a:solidFill>
                  <a:srgbClr val="DCDCDC"/>
                </a:solidFill>
              </a:defRPr>
            </a:pPr>
            <a:r>
              <a:t>HTML • CSS • JavaScript • Bootstrap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• Law-based interactive quiz application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Designed for students and learners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Focus on simplicity, accuracy, and engagement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Objective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• Test basic knowledge of Indian Law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Provide instant feedback to users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Make learning interactive and interesting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• HTML5 – Creates the structure of the webpage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CSS3 – Designs layout and background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JavaScript – Handles quiz logic and scoring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Bootstrap – Makes the design responsive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HTML –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• Used div and heading tags for layout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Button elements for quiz options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Audio tag for background music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CSS – Styling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• Full-screen background image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Card-based quiz layout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Hover effects for better user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JavaScript –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• Loads questions dynamically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Checks correct and wrong answers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Calculates and displays final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Bootstrap – UI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• Used cards and buttons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Utility classes for spacing and alignment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Ensures mobile-friendly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Background Music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• Music plays automatically when quiz starts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Enhances user engagement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Controlled using HTML audio tag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• Useful for law students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Can be used in online tests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Suitable for training and practice platforms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t>• Project follows clean corporate design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Uses modern web technologies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t>• Can be extended with timer and database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229</Words>
  <Application>Microsoft Macintosh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Law Quiz Application</vt:lpstr>
      <vt:lpstr>Project Overview</vt:lpstr>
      <vt:lpstr>Objective of the Project</vt:lpstr>
      <vt:lpstr>Technologies Used</vt:lpstr>
      <vt:lpstr>HTML – Structure</vt:lpstr>
      <vt:lpstr>CSS – Styling</vt:lpstr>
      <vt:lpstr>JavaScript – Functionality</vt:lpstr>
      <vt:lpstr>Bootstrap – UI Framework</vt:lpstr>
      <vt:lpstr>Background Music Feature</vt:lpstr>
      <vt:lpstr>Use Case</vt:lpstr>
      <vt:lpstr>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 Quiz Application</dc:title>
  <dc:subject/>
  <dc:creator/>
  <cp:keywords/>
  <dc:description>generated using python-pptx</dc:description>
  <cp:lastModifiedBy>hp</cp:lastModifiedBy>
  <cp:revision>49</cp:revision>
  <dcterms:created xsi:type="dcterms:W3CDTF">2013-01-27T09:14:16Z</dcterms:created>
  <dcterms:modified xsi:type="dcterms:W3CDTF">2026-02-06T03:14:04Z</dcterms:modified>
  <cp:category/>
</cp:coreProperties>
</file>